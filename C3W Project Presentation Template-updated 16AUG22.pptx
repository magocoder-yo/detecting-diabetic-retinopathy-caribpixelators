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2" r:id="rId2"/>
    <p:sldId id="256" r:id="rId3"/>
    <p:sldId id="257" r:id="rId4"/>
    <p:sldId id="260" r:id="rId5"/>
    <p:sldId id="258" r:id="rId6"/>
    <p:sldId id="259"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5" d="100"/>
          <a:sy n="75" d="100"/>
        </p:scale>
        <p:origin x="16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AB79DB-1912-4545-9506-72BB3622B3A8}" type="datetimeFigureOut">
              <a:rPr lang="en-US" smtClean="0"/>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2121602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AB79DB-1912-4545-9506-72BB3622B3A8}" type="datetimeFigureOut">
              <a:rPr lang="en-US" smtClean="0"/>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790314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AB79DB-1912-4545-9506-72BB3622B3A8}" type="datetimeFigureOut">
              <a:rPr lang="en-US" smtClean="0"/>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377627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AB79DB-1912-4545-9506-72BB3622B3A8}" type="datetimeFigureOut">
              <a:rPr lang="en-US" smtClean="0"/>
              <a:t>8/16/2022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53161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AB79DB-1912-4545-9506-72BB3622B3A8}" type="datetimeFigureOut">
              <a:rPr lang="en-US" smtClean="0"/>
              <a:t>8/16/2022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3108414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AB79DB-1912-4545-9506-72BB3622B3A8}" type="datetimeFigureOut">
              <a:rPr lang="en-US" smtClean="0"/>
              <a:t>8/16/2022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979463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AB79DB-1912-4545-9506-72BB3622B3A8}" type="datetimeFigureOut">
              <a:rPr lang="en-US" smtClean="0"/>
              <a:t>8/16/2022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586817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AB79DB-1912-4545-9506-72BB3622B3A8}" type="datetimeFigureOut">
              <a:rPr lang="en-US" smtClean="0"/>
              <a:t>8/16/2022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1061691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AB79DB-1912-4545-9506-72BB3622B3A8}" type="datetimeFigureOut">
              <a:rPr lang="en-US" smtClean="0"/>
              <a:t>8/16/2022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2504945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AB79DB-1912-4545-9506-72BB3622B3A8}" type="datetimeFigureOut">
              <a:rPr lang="en-US" smtClean="0"/>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2944695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AB79DB-1912-4545-9506-72BB3622B3A8}" type="datetimeFigureOut">
              <a:rPr lang="en-US" smtClean="0"/>
              <a:t>8/16/2022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102B9-68BC-49E4-A7CF-65D7C7E4C029}" type="slidenum">
              <a:rPr lang="en-US" smtClean="0"/>
              <a:t>‹#›</a:t>
            </a:fld>
            <a:endParaRPr lang="en-US"/>
          </a:p>
        </p:txBody>
      </p:sp>
    </p:spTree>
    <p:extLst>
      <p:ext uri="{BB962C8B-B14F-4D97-AF65-F5344CB8AC3E}">
        <p14:creationId xmlns:p14="http://schemas.microsoft.com/office/powerpoint/2010/main" val="628060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AB79DB-1912-4545-9506-72BB3622B3A8}" type="datetimeFigureOut">
              <a:rPr lang="en-US" smtClean="0"/>
              <a:t>8/16/2022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7102B9-68BC-49E4-A7CF-65D7C7E4C029}" type="slidenum">
              <a:rPr lang="en-US" smtClean="0"/>
              <a:t>‹#›</a:t>
            </a:fld>
            <a:endParaRPr lang="en-US"/>
          </a:p>
        </p:txBody>
      </p:sp>
    </p:spTree>
    <p:extLst>
      <p:ext uri="{BB962C8B-B14F-4D97-AF65-F5344CB8AC3E}">
        <p14:creationId xmlns:p14="http://schemas.microsoft.com/office/powerpoint/2010/main" val="37602187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4350" y="257176"/>
            <a:ext cx="8086726" cy="6370975"/>
          </a:xfrm>
          <a:prstGeom prst="rect">
            <a:avLst/>
          </a:prstGeom>
          <a:noFill/>
        </p:spPr>
        <p:txBody>
          <a:bodyPr wrap="square" rtlCol="0">
            <a:spAutoFit/>
          </a:bodyPr>
          <a:lstStyle/>
          <a:p>
            <a:pPr algn="ctr"/>
            <a:r>
              <a:rPr lang="en-US" sz="2400" dirty="0"/>
              <a:t>A FEW BASIC GUIDELINES FOR AN EFFECTIVE SLIDE PRESENTATION</a:t>
            </a:r>
          </a:p>
          <a:p>
            <a:endParaRPr lang="en-US" dirty="0"/>
          </a:p>
          <a:p>
            <a:r>
              <a:rPr lang="en-US" dirty="0"/>
              <a:t>It is important to note that YOU are the presentation, not your slides.  The slides are there only to make your life easier in communicating with the audience.  Therefore, the slides should not compete with you for the attention of the audience.</a:t>
            </a:r>
          </a:p>
          <a:p>
            <a:endParaRPr lang="en-US" dirty="0"/>
          </a:p>
          <a:p>
            <a:r>
              <a:rPr lang="en-US" b="1" dirty="0"/>
              <a:t>Avoid-text heavy slides</a:t>
            </a:r>
            <a:r>
              <a:rPr lang="en-US" dirty="0"/>
              <a:t>.  These will compete with you.  The audience will read the slides rather than focus on what you are saying.  Keep sentences short and remove superfluous words (including the definite and indefinite articles whenever possible)</a:t>
            </a:r>
          </a:p>
          <a:p>
            <a:endParaRPr lang="en-US" dirty="0"/>
          </a:p>
          <a:p>
            <a:r>
              <a:rPr lang="en-US" b="1" dirty="0"/>
              <a:t>Use large fonts </a:t>
            </a:r>
            <a:r>
              <a:rPr lang="en-US" dirty="0"/>
              <a:t>so you slides are readable from the back of a lecture hall. No font should be smaller than 18 pt.</a:t>
            </a:r>
          </a:p>
          <a:p>
            <a:endParaRPr lang="en-US" dirty="0"/>
          </a:p>
          <a:p>
            <a:r>
              <a:rPr lang="en-US" dirty="0"/>
              <a:t>While pretty slides are desirable, it is more important to make sure that the meat and content of what you have done for your project is not suppressed or lost in the messaging.  After all, the ultimate goal is to show what you have contributed to your community, your country, the world, etc.</a:t>
            </a:r>
          </a:p>
          <a:p>
            <a:endParaRPr lang="en-US" dirty="0"/>
          </a:p>
          <a:p>
            <a:r>
              <a:rPr lang="en-US" b="1" dirty="0"/>
              <a:t>Avoid the use of pastel colors and low-contrast text</a:t>
            </a:r>
            <a:r>
              <a:rPr lang="en-US" dirty="0"/>
              <a:t>.  Some people are color blind, and low-contrast text, while it may be readable on your computer screen, it may look awful when projected onto a screen.</a:t>
            </a:r>
          </a:p>
        </p:txBody>
      </p:sp>
    </p:spTree>
    <p:extLst>
      <p:ext uri="{BB962C8B-B14F-4D97-AF65-F5344CB8AC3E}">
        <p14:creationId xmlns:p14="http://schemas.microsoft.com/office/powerpoint/2010/main" val="3430771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66345"/>
            <a:ext cx="7772400" cy="731520"/>
          </a:xfrm>
        </p:spPr>
        <p:txBody>
          <a:bodyPr>
            <a:normAutofit/>
          </a:bodyPr>
          <a:lstStyle/>
          <a:p>
            <a:r>
              <a:rPr lang="en-US" sz="4400" dirty="0"/>
              <a:t>Title of your Project</a:t>
            </a:r>
          </a:p>
        </p:txBody>
      </p:sp>
      <p:sp>
        <p:nvSpPr>
          <p:cNvPr id="3" name="Subtitle 2"/>
          <p:cNvSpPr>
            <a:spLocks noGrp="1"/>
          </p:cNvSpPr>
          <p:nvPr>
            <p:ph type="subTitle" idx="1"/>
          </p:nvPr>
        </p:nvSpPr>
        <p:spPr>
          <a:xfrm>
            <a:off x="940308" y="1561402"/>
            <a:ext cx="6858000" cy="1300670"/>
          </a:xfrm>
        </p:spPr>
        <p:txBody>
          <a:bodyPr>
            <a:normAutofit/>
          </a:bodyPr>
          <a:lstStyle/>
          <a:p>
            <a:r>
              <a:rPr lang="en-US" dirty="0"/>
              <a:t>By</a:t>
            </a:r>
          </a:p>
          <a:p>
            <a:r>
              <a:rPr lang="en-US" sz="3200" dirty="0"/>
              <a:t>Team Name</a:t>
            </a:r>
          </a:p>
        </p:txBody>
      </p:sp>
      <p:sp>
        <p:nvSpPr>
          <p:cNvPr id="4" name="Subtitle 2"/>
          <p:cNvSpPr txBox="1">
            <a:spLocks/>
          </p:cNvSpPr>
          <p:nvPr/>
        </p:nvSpPr>
        <p:spPr>
          <a:xfrm>
            <a:off x="685800" y="2862072"/>
            <a:ext cx="7772400" cy="157886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Name of Team Member 1 (Student, St. Mary’s High School, Dominica)</a:t>
            </a:r>
          </a:p>
          <a:p>
            <a:r>
              <a:rPr lang="en-US" dirty="0"/>
              <a:t>Name of Team Member 2 (Software engineer- Engineers Unlimited, Inc., Grenada)</a:t>
            </a:r>
          </a:p>
          <a:p>
            <a:r>
              <a:rPr lang="en-US" dirty="0"/>
              <a:t>Name of Team Member 3 (Teacher, Mark’s Primary School, Jamaica)</a:t>
            </a:r>
          </a:p>
          <a:p>
            <a:endParaRPr lang="en-US" dirty="0"/>
          </a:p>
          <a:p>
            <a:endParaRPr lang="en-US" dirty="0"/>
          </a:p>
          <a:p>
            <a:endParaRPr lang="en-US" dirty="0"/>
          </a:p>
        </p:txBody>
      </p:sp>
      <p:sp>
        <p:nvSpPr>
          <p:cNvPr id="5" name="TextBox 4"/>
          <p:cNvSpPr txBox="1"/>
          <p:nvPr/>
        </p:nvSpPr>
        <p:spPr>
          <a:xfrm>
            <a:off x="2867515" y="4904814"/>
            <a:ext cx="3003586" cy="1200329"/>
          </a:xfrm>
          <a:prstGeom prst="rect">
            <a:avLst/>
          </a:prstGeom>
          <a:noFill/>
        </p:spPr>
        <p:txBody>
          <a:bodyPr wrap="square" rtlCol="0">
            <a:spAutoFit/>
          </a:bodyPr>
          <a:lstStyle/>
          <a:p>
            <a:r>
              <a:rPr lang="en-US" i="1" dirty="0">
                <a:solidFill>
                  <a:srgbClr val="C00000"/>
                </a:solidFill>
              </a:rPr>
              <a:t>ALSO YOU CAN PLACE A GRAPHIC RELATED TO YOUR PROJECT SOMEWHERE ON THE PAGE TO BEAUTIFY IT</a:t>
            </a:r>
          </a:p>
        </p:txBody>
      </p:sp>
    </p:spTree>
    <p:extLst>
      <p:ext uri="{BB962C8B-B14F-4D97-AF65-F5344CB8AC3E}">
        <p14:creationId xmlns:p14="http://schemas.microsoft.com/office/powerpoint/2010/main" val="1160380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10262"/>
            <a:ext cx="7886700" cy="1325563"/>
          </a:xfrm>
        </p:spPr>
        <p:txBody>
          <a:bodyPr/>
          <a:lstStyle/>
          <a:p>
            <a:r>
              <a:rPr lang="en-US" dirty="0"/>
              <a:t>Project Details</a:t>
            </a:r>
          </a:p>
        </p:txBody>
      </p:sp>
      <p:sp>
        <p:nvSpPr>
          <p:cNvPr id="4" name="TextBox 3"/>
          <p:cNvSpPr txBox="1"/>
          <p:nvPr/>
        </p:nvSpPr>
        <p:spPr>
          <a:xfrm>
            <a:off x="628650" y="1821966"/>
            <a:ext cx="6446520" cy="923330"/>
          </a:xfrm>
          <a:prstGeom prst="rect">
            <a:avLst/>
          </a:prstGeom>
          <a:noFill/>
        </p:spPr>
        <p:txBody>
          <a:bodyPr wrap="square" rtlCol="0">
            <a:spAutoFit/>
          </a:bodyPr>
          <a:lstStyle/>
          <a:p>
            <a:r>
              <a:rPr lang="en-US" dirty="0"/>
              <a:t>Explain what the project is about (2 lines max).  </a:t>
            </a:r>
          </a:p>
          <a:p>
            <a:endParaRPr lang="en-US" dirty="0"/>
          </a:p>
          <a:p>
            <a:r>
              <a:rPr lang="en-US" dirty="0"/>
              <a:t>Explain to whom it will be useful (i.e., who cares??)</a:t>
            </a:r>
          </a:p>
        </p:txBody>
      </p:sp>
      <p:sp>
        <p:nvSpPr>
          <p:cNvPr id="5" name="Rectangle 4"/>
          <p:cNvSpPr/>
          <p:nvPr/>
        </p:nvSpPr>
        <p:spPr>
          <a:xfrm>
            <a:off x="1690773" y="3131122"/>
            <a:ext cx="4851541" cy="923330"/>
          </a:xfrm>
          <a:prstGeom prst="rect">
            <a:avLst/>
          </a:prstGeom>
        </p:spPr>
        <p:txBody>
          <a:bodyPr wrap="square">
            <a:spAutoFit/>
          </a:bodyPr>
          <a:lstStyle/>
          <a:p>
            <a:r>
              <a:rPr lang="en-US" i="1" dirty="0"/>
              <a:t>Perhaps a picture or graphic of your home page or game or APP could go here to help you explain how it works</a:t>
            </a:r>
          </a:p>
        </p:txBody>
      </p:sp>
    </p:spTree>
    <p:extLst>
      <p:ext uri="{BB962C8B-B14F-4D97-AF65-F5344CB8AC3E}">
        <p14:creationId xmlns:p14="http://schemas.microsoft.com/office/powerpoint/2010/main" val="170393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8637" y="105013"/>
            <a:ext cx="8086726" cy="6647974"/>
          </a:xfrm>
          <a:prstGeom prst="rect">
            <a:avLst/>
          </a:prstGeom>
          <a:noFill/>
        </p:spPr>
        <p:txBody>
          <a:bodyPr wrap="square" rtlCol="0">
            <a:spAutoFit/>
          </a:bodyPr>
          <a:lstStyle/>
          <a:p>
            <a:pPr algn="ctr"/>
            <a:r>
              <a:rPr lang="en-US" sz="2400" dirty="0"/>
              <a:t>Exit the </a:t>
            </a:r>
            <a:r>
              <a:rPr lang="en-US" sz="2400" dirty="0" err="1"/>
              <a:t>Powerpoint</a:t>
            </a:r>
            <a:r>
              <a:rPr lang="en-US" sz="2400" dirty="0"/>
              <a:t> presentation and</a:t>
            </a:r>
          </a:p>
          <a:p>
            <a:pPr algn="ctr"/>
            <a:r>
              <a:rPr lang="en-US" sz="2400" b="1" dirty="0"/>
              <a:t>DO DEMO OF YOUR WEBSITE, GAME, OR APP HERE</a:t>
            </a:r>
          </a:p>
          <a:p>
            <a:endParaRPr lang="en-US" dirty="0"/>
          </a:p>
          <a:p>
            <a:r>
              <a:rPr lang="en-US" dirty="0"/>
              <a:t>Hence, this slide is a placeholder for your demo </a:t>
            </a:r>
            <a:r>
              <a:rPr lang="en-US" dirty="0">
                <a:solidFill>
                  <a:prstClr val="black"/>
                </a:solidFill>
              </a:rPr>
              <a:t>to the audience </a:t>
            </a:r>
            <a:r>
              <a:rPr lang="en-US" dirty="0"/>
              <a:t>of your Website, game or App.   This is the most important part of your presentation and should be the longest part of the presentation.  </a:t>
            </a:r>
          </a:p>
          <a:p>
            <a:endParaRPr lang="en-US" dirty="0"/>
          </a:p>
          <a:p>
            <a:r>
              <a:rPr lang="en-US" dirty="0"/>
              <a:t>The goal here is show the audience the details (not lots of lines of code) of your final product. Demonstrate to them how it works.  Get some audience participation (e.g., ask an audience member to come to the podium to try out your game or App, or have them download the game or App and try it from where they are sitting, or </a:t>
            </a:r>
            <a:r>
              <a:rPr lang="en-US" b="1" dirty="0"/>
              <a:t>have them visit your Website and click along with you while you are presenting</a:t>
            </a:r>
            <a:r>
              <a:rPr lang="en-US" dirty="0"/>
              <a:t>).</a:t>
            </a:r>
          </a:p>
          <a:p>
            <a:endParaRPr lang="en-US" dirty="0"/>
          </a:p>
          <a:p>
            <a:r>
              <a:rPr lang="en-US" dirty="0"/>
              <a:t>On the other hand, if you are mostly speeding through your slide deck, then the audience will leave with the impression that you either did not do much coding or you did not try very hard to make your project successful.</a:t>
            </a:r>
          </a:p>
          <a:p>
            <a:endParaRPr lang="en-US" dirty="0"/>
          </a:p>
          <a:p>
            <a:r>
              <a:rPr lang="en-US" dirty="0"/>
              <a:t>Sometimes it is better to go back and forth between the demo and the slides.  You will have to make this decision. Typically, this decision is made by what makes it easiest for the audience to understand you, rather than what is most convenient for you (customer service is paramount).</a:t>
            </a:r>
          </a:p>
          <a:p>
            <a:endParaRPr lang="en-US" dirty="0"/>
          </a:p>
          <a:p>
            <a:pPr algn="ctr"/>
            <a:r>
              <a:rPr lang="en-US" dirty="0"/>
              <a:t>RETURN TO THE POWERPOINT SLIDES WHEN FINISHED WITH THE DEMO</a:t>
            </a:r>
          </a:p>
        </p:txBody>
      </p:sp>
    </p:spTree>
    <p:extLst>
      <p:ext uri="{BB962C8B-B14F-4D97-AF65-F5344CB8AC3E}">
        <p14:creationId xmlns:p14="http://schemas.microsoft.com/office/powerpoint/2010/main" val="699094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and Solutions</a:t>
            </a:r>
          </a:p>
        </p:txBody>
      </p:sp>
      <p:sp>
        <p:nvSpPr>
          <p:cNvPr id="4" name="TextBox 3"/>
          <p:cNvSpPr txBox="1"/>
          <p:nvPr/>
        </p:nvSpPr>
        <p:spPr>
          <a:xfrm>
            <a:off x="2421855" y="2089186"/>
            <a:ext cx="3218687" cy="4524315"/>
          </a:xfrm>
          <a:prstGeom prst="rect">
            <a:avLst/>
          </a:prstGeom>
          <a:noFill/>
        </p:spPr>
        <p:txBody>
          <a:bodyPr wrap="square" rtlCol="0">
            <a:spAutoFit/>
          </a:bodyPr>
          <a:lstStyle/>
          <a:p>
            <a:pPr marL="342900" indent="-342900">
              <a:buAutoNum type="alphaLcParenBoth"/>
            </a:pPr>
            <a:r>
              <a:rPr lang="en-US" dirty="0"/>
              <a:t>Briefly explain the difficulties you encountered and</a:t>
            </a:r>
          </a:p>
          <a:p>
            <a:pPr marL="342900" indent="-342900">
              <a:buAutoNum type="alphaLcParenBoth"/>
            </a:pPr>
            <a:r>
              <a:rPr lang="en-US" dirty="0"/>
              <a:t> how you conquered them</a:t>
            </a:r>
          </a:p>
          <a:p>
            <a:pPr marL="342900" indent="-342900">
              <a:buAutoNum type="alphaLcParenBoth"/>
            </a:pPr>
            <a:r>
              <a:rPr lang="en-US" dirty="0"/>
              <a:t>Show an example if you can</a:t>
            </a:r>
          </a:p>
          <a:p>
            <a:endParaRPr lang="en-US" dirty="0"/>
          </a:p>
          <a:p>
            <a:r>
              <a:rPr lang="en-US" dirty="0">
                <a:solidFill>
                  <a:srgbClr val="C00000"/>
                </a:solidFill>
              </a:rPr>
              <a:t>But please do not go on and on with a long set of lame excuses such as:  your job kept you too busy, or you had to study for CXC exams, etc., as you were told on the CSF Website not to take this Workshop if you could not devote the time to do the homework and </a:t>
            </a:r>
            <a:r>
              <a:rPr lang="en-US" dirty="0" err="1">
                <a:solidFill>
                  <a:srgbClr val="C00000"/>
                </a:solidFill>
              </a:rPr>
              <a:t>practise</a:t>
            </a:r>
            <a:r>
              <a:rPr lang="en-US" dirty="0">
                <a:solidFill>
                  <a:srgbClr val="C00000"/>
                </a:solidFill>
              </a:rPr>
              <a:t> writing code outside of the Workshop hours.</a:t>
            </a:r>
          </a:p>
        </p:txBody>
      </p:sp>
    </p:spTree>
    <p:extLst>
      <p:ext uri="{BB962C8B-B14F-4D97-AF65-F5344CB8AC3E}">
        <p14:creationId xmlns:p14="http://schemas.microsoft.com/office/powerpoint/2010/main" val="3508390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a:t>
            </a:r>
          </a:p>
        </p:txBody>
      </p:sp>
      <p:sp>
        <p:nvSpPr>
          <p:cNvPr id="3" name="TextBox 2"/>
          <p:cNvSpPr txBox="1"/>
          <p:nvPr/>
        </p:nvSpPr>
        <p:spPr>
          <a:xfrm>
            <a:off x="936879" y="1481546"/>
            <a:ext cx="6373368" cy="4801314"/>
          </a:xfrm>
          <a:prstGeom prst="rect">
            <a:avLst/>
          </a:prstGeom>
          <a:noFill/>
        </p:spPr>
        <p:txBody>
          <a:bodyPr wrap="square" rtlCol="0">
            <a:spAutoFit/>
          </a:bodyPr>
          <a:lstStyle/>
          <a:p>
            <a:r>
              <a:rPr lang="en-US" dirty="0"/>
              <a:t>This must be your very last slide. Every talk has a beginning, a body and a conclusion.</a:t>
            </a:r>
          </a:p>
          <a:p>
            <a:endParaRPr lang="en-US" dirty="0"/>
          </a:p>
          <a:p>
            <a:r>
              <a:rPr lang="en-US" dirty="0"/>
              <a:t>Some Examples:</a:t>
            </a:r>
          </a:p>
          <a:p>
            <a:endParaRPr lang="en-US" dirty="0"/>
          </a:p>
          <a:p>
            <a:r>
              <a:rPr lang="en-US" dirty="0"/>
              <a:t>1.  Tell the audience what (they) or (you) or (your country) or (the world) has now that was not in existence before your project was done.</a:t>
            </a:r>
          </a:p>
          <a:p>
            <a:endParaRPr lang="en-US" dirty="0"/>
          </a:p>
          <a:p>
            <a:r>
              <a:rPr lang="en-US" dirty="0"/>
              <a:t>2. Tell the audience where your project goes from here.  Will the team continue to work on it?  Are you going to start a business with it?</a:t>
            </a:r>
          </a:p>
          <a:p>
            <a:endParaRPr lang="en-US" dirty="0"/>
          </a:p>
          <a:p>
            <a:r>
              <a:rPr lang="en-US" dirty="0"/>
              <a:t>3. Perhaps tell the audience what you learned from </a:t>
            </a:r>
            <a:r>
              <a:rPr lang="en-US"/>
              <a:t>the Workshop</a:t>
            </a:r>
            <a:endParaRPr lang="en-US" dirty="0"/>
          </a:p>
          <a:p>
            <a:endParaRPr lang="en-US" dirty="0"/>
          </a:p>
          <a:p>
            <a:r>
              <a:rPr lang="en-US" dirty="0"/>
              <a:t>4. etc. etc.</a:t>
            </a:r>
          </a:p>
          <a:p>
            <a:endParaRPr lang="en-US" dirty="0"/>
          </a:p>
        </p:txBody>
      </p:sp>
    </p:spTree>
    <p:extLst>
      <p:ext uri="{BB962C8B-B14F-4D97-AF65-F5344CB8AC3E}">
        <p14:creationId xmlns:p14="http://schemas.microsoft.com/office/powerpoint/2010/main" val="25229827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255</TotalTime>
  <Words>797</Words>
  <Application>Microsoft Office PowerPoint</Application>
  <PresentationFormat>On-screen Show (4:3)</PresentationFormat>
  <Paragraphs>54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Title of your Project</vt:lpstr>
      <vt:lpstr>Project Details</vt:lpstr>
      <vt:lpstr>PowerPoint Presentation</vt:lpstr>
      <vt:lpstr>Challenges and Solutions</vt:lpstr>
      <vt:lpstr>Conclusions</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Project</dc:title>
  <dc:creator>Cardinal</dc:creator>
  <cp:lastModifiedBy>Cardinal Warde</cp:lastModifiedBy>
  <cp:revision>25</cp:revision>
  <dcterms:created xsi:type="dcterms:W3CDTF">2018-03-24T14:25:40Z</dcterms:created>
  <dcterms:modified xsi:type="dcterms:W3CDTF">2022-08-17T02:29:28Z</dcterms:modified>
</cp:coreProperties>
</file>